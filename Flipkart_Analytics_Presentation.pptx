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8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1779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18448"/>
            <a:ext cx="9144000" cy="6400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PRODUCT ANALYTICS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&amp; MLOps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Web Scraping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0116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MySQL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0116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Machine Learning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20116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MLOps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Parts: Tyres  •  Brake  •  Clutch  •  Oil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66815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Products  |  5 Categories  |  Full Pipeline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BC487-A03A-2263-045B-61A4216E5CC3}"/>
              </a:ext>
            </a:extLst>
          </p:cNvPr>
          <p:cNvSpPr txBox="1"/>
          <p:nvPr/>
        </p:nvSpPr>
        <p:spPr>
          <a:xfrm>
            <a:off x="626012" y="4235157"/>
            <a:ext cx="4214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CHANDRU.S</a:t>
            </a:r>
          </a:p>
          <a:p>
            <a:r>
              <a:rPr lang="en-US" sz="2400" dirty="0">
                <a:solidFill>
                  <a:schemeClr val="bg1"/>
                </a:solidFill>
              </a:rPr>
              <a:t>DS OCTOBER BATCH 2025 - 2026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Web Scraping — Flipkart Product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54864" cy="4023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22960"/>
            <a:ext cx="530352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 of product data from Flipkart for four automotive categories using Python-based web scraping.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with ChromeDriver for dynamic page rendering. BeautifulSoup4 for HTML parsing. Pandas for data storage and export.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Process: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(Tyres, Brake, Clutch, Oil) was scraped across 5 pages, yielding 200 products per category — 800 total records.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Name, Category, Price (₹), Rating (1–5), Reviews Text, and No. of Reviews were extracted per item.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flipkart_tyres.csv, flipkart_brake.csv, flipkart_clutch.csv, flipkart_oil.csv → merged into flipkart_all_products.csv.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94360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Web Scraping — Sample Output &amp; Results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9260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JK Taximax 4 Wheeler Tyre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MOTUL 4100 Ecomile SAE 5W-30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TRP Traders Rear Disc Pad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jiyamobility Super Splendor Clutch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 Eurogrip ATT 2.75-18 Tyre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Category Totals After Scraping: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251960"/>
          <a:ext cx="4572000" cy="1295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flipkart_tyres.csv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flipkart_brake.csv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flipkart_clutch.csv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flipkart_oil.csv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Exploratory Data Analysis (EDA)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54864" cy="4023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22960"/>
            <a:ext cx="502920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automotive products across 4 categories (Tyres: 120, Oil: 110, Brake: 100, Clutch: 90). Columns: Product Name, Category, Price (₹), Rating, Reviews.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Reviews_Text column. Cleaned Price (removed ₹ symbol, commas). Converted Rating to float, filled missing with 0. Renamed columns for clarity.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 ₹2,401 (std ₹1,966). Mean Rating 3.97. Mean Reviews 424. Price range: ₹107–₹7,932.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Produced: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distribution bar/pie charts, price box plots per category, rating histograms, review counts by category, correlation heatmap, scatter plots.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3474720" cy="20116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926080"/>
            <a:ext cx="3474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— Price, Rating &amp; Review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97680" cy="14173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14173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286000"/>
            <a:ext cx="4297680" cy="141732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286000"/>
            <a:ext cx="4297680" cy="141732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3749040"/>
            <a:ext cx="438912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MySQL / Data Analysis with Pandas 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54864" cy="4023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22960"/>
            <a:ext cx="521208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analysis using SQL-like operations via Pandas groupby, aggregation, and filtering on the 420-product automotive dataset.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records with 5 columns: Product Name, Product Category, Price (float), Rating (float), Review (int). Zero missing values.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Queries Performed: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grouped by category (COUNT). Price stats per category (AVG, MIN, MAX). Rating and review aggregation. Top 10 most reviewed products.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Discovered: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Tyres has the highest average price (₹4,235). Oil has the highest average rating (4.32) and most total reviews (69,009). Brake products have lowest avg price.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 exported as flipkart_cleaned_data.csv with 420 rows and 4 categories for downstream use.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914400"/>
          <a:ext cx="4206240" cy="21945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₹4,235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57784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Top 3 Most Reviewed Products: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611880"/>
          <a:ext cx="329184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Item 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Item 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Item 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 Machine Learning — Clustering &amp; Classification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54864" cy="4023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22960"/>
            <a:ext cx="502920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K-Means Clustering (Unsupervised):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products by Price and Rating using K-Means (k=4). Elbow Method identified optimal k. Clusters reveal natural product tiers.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Results: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0: Mid-range (₹1,569 avg). Cluster 1: Premium (₹5,683 avg). Cluster 2: Low-rated budget (₹2,312 avg). Cluster 3: Economy high-rated (₹1,111 avg).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Classification (Supervised):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trained: Logistic Regression, Decision Tree, Random Forest, Gradient Boosting, SVM. Train/Test split 80/20 with stratification.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Logistic Regression: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77.38%. Oil category had 95% precision. Feature Importance: Price (42.3%), Reviews (39.2%), Rating (18.5%).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3474720" cy="1920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834640"/>
            <a:ext cx="34747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 — Model Comparison &amp; Results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4297680" cy="18288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22960"/>
            <a:ext cx="4297680" cy="18288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2834640"/>
            <a:ext cx="4297680" cy="210312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834640"/>
            <a:ext cx="42976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MLOps — End-to-End ML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54864" cy="4023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22960"/>
            <a:ext cx="5029200" cy="4114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ML workflow: Data ingestion → validation → EDA → feature engineering → model training → registry → prediction pipeline → drift monitoring.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(7 features):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Review, Category_Encoded, Log_Price, Review_Bucket, Has_Rating, Name_Length, Price_per_Review.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Linear/Ridge/Lasso Regression, Decision Tree, Random Forest, Gradient Boosting — all tracked with MAE, RMSE, R², and 5-fold CV R².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Gradient Boosting: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0.9895, MAE = ₹168.57, RMSE = ₹324.82. Model serialized with pickle and registered in model_registry.json.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Detection: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KS-test applied on incoming data. Rating feature showed drift (p=0.017). Monitoring integrated into pipeline for production readiness.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3474720" cy="20116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926080"/>
            <a:ext cx="3474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MLOps — Model Performance &amp; Feature Importance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4297680" cy="2011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22960"/>
            <a:ext cx="4297680" cy="20116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926080"/>
            <a:ext cx="4389120" cy="20116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88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Model Leaderboard: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46120"/>
          <a:ext cx="2011680" cy="180746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Project Summary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5097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Web Scraping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950976"/>
            <a:ext cx="6492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800 products scraped from Flipkart using Selenium + BeautifulSoup across 5 pages per 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1320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2821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728216"/>
            <a:ext cx="6492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420-product cleaned dataset; price range ₹107–₹7,932; Oil has highest ratings &amp; reviews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50545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MySQL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505456"/>
            <a:ext cx="6492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SQL-style queries show Tyres are most expensive; Oil most reviewed; structured CSV exports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13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8269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3282696"/>
            <a:ext cx="6492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K-Means (4 clusters) + 5 classifiers; Logistic Regression best at 77.38% accuracy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05993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MLOps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4059936"/>
            <a:ext cx="649224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Gradient Boosting R²=0.9895; full model registry + prediction pipeline + drift monitoring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1102</Words>
  <Application>Microsoft Office PowerPoint</Application>
  <PresentationFormat>On-screen Show (16:9)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MLOps Project — Complete Documentation</dc:title>
  <dc:subject>PptxGenJS Presentation</dc:subject>
  <dc:creator>PptxGenJS</dc:creator>
  <cp:lastModifiedBy>CHANDRU S</cp:lastModifiedBy>
  <cp:revision>2</cp:revision>
  <dcterms:created xsi:type="dcterms:W3CDTF">2026-04-18T06:30:34Z</dcterms:created>
  <dcterms:modified xsi:type="dcterms:W3CDTF">2026-04-18T06:44:11Z</dcterms:modified>
</cp:coreProperties>
</file>